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65" r:id="rId4"/>
    <p:sldId id="266" r:id="rId5"/>
    <p:sldId id="267" r:id="rId6"/>
    <p:sldId id="268" r:id="rId7"/>
    <p:sldId id="269" r:id="rId8"/>
    <p:sldId id="259" r:id="rId9"/>
    <p:sldId id="262" r:id="rId10"/>
    <p:sldId id="260" r:id="rId11"/>
    <p:sldId id="261" r:id="rId12"/>
    <p:sldId id="256" r:id="rId13"/>
    <p:sldId id="257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tional-100yr_Jul16-Jan25" id="{B65121B0-F89C-4966-B41F-1199E9168785}">
          <p14:sldIdLst>
            <p14:sldId id="264"/>
            <p14:sldId id="263"/>
            <p14:sldId id="265"/>
            <p14:sldId id="266"/>
            <p14:sldId id="267"/>
            <p14:sldId id="268"/>
            <p14:sldId id="269"/>
          </p14:sldIdLst>
        </p14:section>
        <p14:section name="other_options" id="{117AE6B0-0631-4B98-86DF-F2FCD8B04677}">
          <p14:sldIdLst>
            <p14:sldId id="259"/>
            <p14:sldId id="262"/>
            <p14:sldId id="260"/>
            <p14:sldId id="261"/>
          </p14:sldIdLst>
        </p14:section>
        <p14:section name="SSP5-RCP8.5(most pessimistic)" id="{D6421D37-5638-4B84-88C9-05A2216BD68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793DE-DF0A-45E2-A2E5-0502573FE8A6}" v="8" dt="2025-10-17T20:21:07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ty Zhu" userId="b40589b10fda1e9f" providerId="LiveId" clId="{3294AB0D-A6A9-496E-9DFD-B2C174975FF6}"/>
    <pc:docChg chg="custSel addSld modSld sldOrd addSection modSection">
      <pc:chgData name="Patty Zhu" userId="b40589b10fda1e9f" providerId="LiveId" clId="{3294AB0D-A6A9-496E-9DFD-B2C174975FF6}" dt="2025-10-17T20:23:12.606" v="42"/>
      <pc:docMkLst>
        <pc:docMk/>
      </pc:docMkLst>
      <pc:sldChg chg="addSp">
        <pc:chgData name="Patty Zhu" userId="b40589b10fda1e9f" providerId="LiveId" clId="{3294AB0D-A6A9-496E-9DFD-B2C174975FF6}" dt="2025-10-17T19:38:32.104" v="0"/>
        <pc:sldMkLst>
          <pc:docMk/>
          <pc:sldMk cId="391016199" sldId="257"/>
        </pc:sldMkLst>
        <pc:picChg chg="add">
          <ac:chgData name="Patty Zhu" userId="b40589b10fda1e9f" providerId="LiveId" clId="{3294AB0D-A6A9-496E-9DFD-B2C174975FF6}" dt="2025-10-17T19:38:32.104" v="0"/>
          <ac:picMkLst>
            <pc:docMk/>
            <pc:sldMk cId="391016199" sldId="257"/>
            <ac:picMk id="2050" creationId="{F721F34F-B64B-01FA-22CC-C01DC26D6CAE}"/>
          </ac:picMkLst>
        </pc:picChg>
      </pc:sldChg>
      <pc:sldChg chg="addSp delSp new mod">
        <pc:chgData name="Patty Zhu" userId="b40589b10fda1e9f" providerId="LiveId" clId="{3294AB0D-A6A9-496E-9DFD-B2C174975FF6}" dt="2025-10-17T19:38:48.222" v="4"/>
        <pc:sldMkLst>
          <pc:docMk/>
          <pc:sldMk cId="1427116163" sldId="258"/>
        </pc:sldMkLst>
        <pc:spChg chg="del">
          <ac:chgData name="Patty Zhu" userId="b40589b10fda1e9f" providerId="LiveId" clId="{3294AB0D-A6A9-496E-9DFD-B2C174975FF6}" dt="2025-10-17T19:38:39.217" v="2" actId="478"/>
          <ac:spMkLst>
            <pc:docMk/>
            <pc:sldMk cId="1427116163" sldId="258"/>
            <ac:spMk id="2" creationId="{17824CFF-B21B-B00D-A7BE-A2755DA05B15}"/>
          </ac:spMkLst>
        </pc:spChg>
        <pc:spChg chg="del">
          <ac:chgData name="Patty Zhu" userId="b40589b10fda1e9f" providerId="LiveId" clId="{3294AB0D-A6A9-496E-9DFD-B2C174975FF6}" dt="2025-10-17T19:38:41.036" v="3" actId="478"/>
          <ac:spMkLst>
            <pc:docMk/>
            <pc:sldMk cId="1427116163" sldId="258"/>
            <ac:spMk id="3" creationId="{1EC7AFFF-FE64-6682-20B1-B698D41B7FC2}"/>
          </ac:spMkLst>
        </pc:spChg>
        <pc:picChg chg="add">
          <ac:chgData name="Patty Zhu" userId="b40589b10fda1e9f" providerId="LiveId" clId="{3294AB0D-A6A9-496E-9DFD-B2C174975FF6}" dt="2025-10-17T19:38:48.222" v="4"/>
          <ac:picMkLst>
            <pc:docMk/>
            <pc:sldMk cId="1427116163" sldId="258"/>
            <ac:picMk id="3074" creationId="{A6ACACEC-33C2-A626-6800-83A690743CD5}"/>
          </ac:picMkLst>
        </pc:picChg>
      </pc:sldChg>
      <pc:sldChg chg="addSp delSp modSp new mod setBg modShow">
        <pc:chgData name="Patty Zhu" userId="b40589b10fda1e9f" providerId="LiveId" clId="{3294AB0D-A6A9-496E-9DFD-B2C174975FF6}" dt="2025-10-17T20:21:27.198" v="40" actId="729"/>
        <pc:sldMkLst>
          <pc:docMk/>
          <pc:sldMk cId="1073491380" sldId="259"/>
        </pc:sldMkLst>
        <pc:spChg chg="del">
          <ac:chgData name="Patty Zhu" userId="b40589b10fda1e9f" providerId="LiveId" clId="{3294AB0D-A6A9-496E-9DFD-B2C174975FF6}" dt="2025-10-17T19:43:28.304" v="6" actId="478"/>
          <ac:spMkLst>
            <pc:docMk/>
            <pc:sldMk cId="1073491380" sldId="259"/>
            <ac:spMk id="2" creationId="{9D68B884-1DAF-CA7D-70BC-FF260E5C04C9}"/>
          </ac:spMkLst>
        </pc:spChg>
        <pc:spChg chg="del">
          <ac:chgData name="Patty Zhu" userId="b40589b10fda1e9f" providerId="LiveId" clId="{3294AB0D-A6A9-496E-9DFD-B2C174975FF6}" dt="2025-10-17T19:43:30.209" v="7" actId="478"/>
          <ac:spMkLst>
            <pc:docMk/>
            <pc:sldMk cId="1073491380" sldId="259"/>
            <ac:spMk id="3" creationId="{50C9CF84-E2E7-8937-41DE-FAEB36274121}"/>
          </ac:spMkLst>
        </pc:spChg>
        <pc:picChg chg="add mod">
          <ac:chgData name="Patty Zhu" userId="b40589b10fda1e9f" providerId="LiveId" clId="{3294AB0D-A6A9-496E-9DFD-B2C174975FF6}" dt="2025-10-17T19:44:29.761" v="24" actId="26606"/>
          <ac:picMkLst>
            <pc:docMk/>
            <pc:sldMk cId="1073491380" sldId="259"/>
            <ac:picMk id="4098" creationId="{46235133-BF22-59DB-7FAB-80DA54199E31}"/>
          </ac:picMkLst>
        </pc:picChg>
      </pc:sldChg>
      <pc:sldChg chg="addSp delSp modSp new mod setBg modShow">
        <pc:chgData name="Patty Zhu" userId="b40589b10fda1e9f" providerId="LiveId" clId="{3294AB0D-A6A9-496E-9DFD-B2C174975FF6}" dt="2025-10-17T20:21:27.198" v="40" actId="729"/>
        <pc:sldMkLst>
          <pc:docMk/>
          <pc:sldMk cId="2611320310" sldId="260"/>
        </pc:sldMkLst>
        <pc:spChg chg="del">
          <ac:chgData name="Patty Zhu" userId="b40589b10fda1e9f" providerId="LiveId" clId="{3294AB0D-A6A9-496E-9DFD-B2C174975FF6}" dt="2025-10-17T19:43:36.087" v="10" actId="478"/>
          <ac:spMkLst>
            <pc:docMk/>
            <pc:sldMk cId="2611320310" sldId="260"/>
            <ac:spMk id="2" creationId="{9F118DDA-2A9E-970C-8C53-B26C86E330AC}"/>
          </ac:spMkLst>
        </pc:spChg>
        <pc:spChg chg="del">
          <ac:chgData name="Patty Zhu" userId="b40589b10fda1e9f" providerId="LiveId" clId="{3294AB0D-A6A9-496E-9DFD-B2C174975FF6}" dt="2025-10-17T19:43:37.935" v="11" actId="478"/>
          <ac:spMkLst>
            <pc:docMk/>
            <pc:sldMk cId="2611320310" sldId="260"/>
            <ac:spMk id="3" creationId="{FAAC5D86-7892-8B8F-4733-EAF6A144426F}"/>
          </ac:spMkLst>
        </pc:spChg>
        <pc:picChg chg="add mod">
          <ac:chgData name="Patty Zhu" userId="b40589b10fda1e9f" providerId="LiveId" clId="{3294AB0D-A6A9-496E-9DFD-B2C174975FF6}" dt="2025-10-17T19:44:24.877" v="22" actId="26606"/>
          <ac:picMkLst>
            <pc:docMk/>
            <pc:sldMk cId="2611320310" sldId="260"/>
            <ac:picMk id="5122" creationId="{C2A20488-816F-7E7C-00E9-B651C6E85DA6}"/>
          </ac:picMkLst>
        </pc:picChg>
      </pc:sldChg>
      <pc:sldChg chg="addSp delSp modSp new mod setBg modShow">
        <pc:chgData name="Patty Zhu" userId="b40589b10fda1e9f" providerId="LiveId" clId="{3294AB0D-A6A9-496E-9DFD-B2C174975FF6}" dt="2025-10-17T20:21:27.198" v="40" actId="729"/>
        <pc:sldMkLst>
          <pc:docMk/>
          <pc:sldMk cId="688932192" sldId="261"/>
        </pc:sldMkLst>
        <pc:spChg chg="del">
          <ac:chgData name="Patty Zhu" userId="b40589b10fda1e9f" providerId="LiveId" clId="{3294AB0D-A6A9-496E-9DFD-B2C174975FF6}" dt="2025-10-17T19:43:55.056" v="14" actId="478"/>
          <ac:spMkLst>
            <pc:docMk/>
            <pc:sldMk cId="688932192" sldId="261"/>
            <ac:spMk id="2" creationId="{09C9C7EE-3732-5D06-CDE9-B3A377678B87}"/>
          </ac:spMkLst>
        </pc:spChg>
        <pc:spChg chg="del">
          <ac:chgData name="Patty Zhu" userId="b40589b10fda1e9f" providerId="LiveId" clId="{3294AB0D-A6A9-496E-9DFD-B2C174975FF6}" dt="2025-10-17T19:43:56.859" v="15" actId="478"/>
          <ac:spMkLst>
            <pc:docMk/>
            <pc:sldMk cId="688932192" sldId="261"/>
            <ac:spMk id="3" creationId="{7AF08488-79C3-62F4-FD4B-C7256D889CF9}"/>
          </ac:spMkLst>
        </pc:spChg>
        <pc:picChg chg="add mod">
          <ac:chgData name="Patty Zhu" userId="b40589b10fda1e9f" providerId="LiveId" clId="{3294AB0D-A6A9-496E-9DFD-B2C174975FF6}" dt="2025-10-17T19:44:22.948" v="21" actId="26606"/>
          <ac:picMkLst>
            <pc:docMk/>
            <pc:sldMk cId="688932192" sldId="261"/>
            <ac:picMk id="7170" creationId="{BB659D98-30A1-8676-369B-09F02A59E6D2}"/>
          </ac:picMkLst>
        </pc:picChg>
      </pc:sldChg>
      <pc:sldChg chg="addSp delSp modSp new mod setBg modShow">
        <pc:chgData name="Patty Zhu" userId="b40589b10fda1e9f" providerId="LiveId" clId="{3294AB0D-A6A9-496E-9DFD-B2C174975FF6}" dt="2025-10-17T20:21:27.198" v="40" actId="729"/>
        <pc:sldMkLst>
          <pc:docMk/>
          <pc:sldMk cId="3582564742" sldId="262"/>
        </pc:sldMkLst>
        <pc:spChg chg="del">
          <ac:chgData name="Patty Zhu" userId="b40589b10fda1e9f" providerId="LiveId" clId="{3294AB0D-A6A9-496E-9DFD-B2C174975FF6}" dt="2025-10-17T19:44:11.058" v="17" actId="478"/>
          <ac:spMkLst>
            <pc:docMk/>
            <pc:sldMk cId="3582564742" sldId="262"/>
            <ac:spMk id="2" creationId="{FA96F249-3F33-7904-D435-308BE025DB34}"/>
          </ac:spMkLst>
        </pc:spChg>
        <pc:spChg chg="del">
          <ac:chgData name="Patty Zhu" userId="b40589b10fda1e9f" providerId="LiveId" clId="{3294AB0D-A6A9-496E-9DFD-B2C174975FF6}" dt="2025-10-17T19:44:12.489" v="18" actId="478"/>
          <ac:spMkLst>
            <pc:docMk/>
            <pc:sldMk cId="3582564742" sldId="262"/>
            <ac:spMk id="3" creationId="{25C1DD46-8672-C2AE-A30E-90758D9C4917}"/>
          </ac:spMkLst>
        </pc:spChg>
        <pc:picChg chg="add mod">
          <ac:chgData name="Patty Zhu" userId="b40589b10fda1e9f" providerId="LiveId" clId="{3294AB0D-A6A9-496E-9DFD-B2C174975FF6}" dt="2025-10-17T19:44:27.600" v="23" actId="26606"/>
          <ac:picMkLst>
            <pc:docMk/>
            <pc:sldMk cId="3582564742" sldId="262"/>
            <ac:picMk id="6146" creationId="{580BE74D-BB11-4C0E-C622-0A559522538E}"/>
          </ac:picMkLst>
        </pc:picChg>
      </pc:sldChg>
      <pc:sldChg chg="addSp delSp new mod">
        <pc:chgData name="Patty Zhu" userId="b40589b10fda1e9f" providerId="LiveId" clId="{3294AB0D-A6A9-496E-9DFD-B2C174975FF6}" dt="2025-10-17T20:09:46.666" v="31"/>
        <pc:sldMkLst>
          <pc:docMk/>
          <pc:sldMk cId="319009757" sldId="263"/>
        </pc:sldMkLst>
        <pc:spChg chg="del">
          <ac:chgData name="Patty Zhu" userId="b40589b10fda1e9f" providerId="LiveId" clId="{3294AB0D-A6A9-496E-9DFD-B2C174975FF6}" dt="2025-10-17T20:09:42.461" v="29" actId="478"/>
          <ac:spMkLst>
            <pc:docMk/>
            <pc:sldMk cId="319009757" sldId="263"/>
            <ac:spMk id="2" creationId="{A6498654-C8E6-81F8-294C-0BB8496A4463}"/>
          </ac:spMkLst>
        </pc:spChg>
        <pc:spChg chg="del">
          <ac:chgData name="Patty Zhu" userId="b40589b10fda1e9f" providerId="LiveId" clId="{3294AB0D-A6A9-496E-9DFD-B2C174975FF6}" dt="2025-10-17T20:09:44.933" v="30" actId="478"/>
          <ac:spMkLst>
            <pc:docMk/>
            <pc:sldMk cId="319009757" sldId="263"/>
            <ac:spMk id="3" creationId="{49656431-56F6-FD28-73B2-4AE7A7661B0D}"/>
          </ac:spMkLst>
        </pc:spChg>
        <pc:picChg chg="add">
          <ac:chgData name="Patty Zhu" userId="b40589b10fda1e9f" providerId="LiveId" clId="{3294AB0D-A6A9-496E-9DFD-B2C174975FF6}" dt="2025-10-17T20:09:46.666" v="31"/>
          <ac:picMkLst>
            <pc:docMk/>
            <pc:sldMk cId="319009757" sldId="263"/>
            <ac:picMk id="8194" creationId="{18E12EAF-A18F-039E-360E-774394E7BE69}"/>
          </ac:picMkLst>
        </pc:picChg>
      </pc:sldChg>
      <pc:sldChg chg="addSp delSp modSp new mod ord setBg">
        <pc:chgData name="Patty Zhu" userId="b40589b10fda1e9f" providerId="LiveId" clId="{3294AB0D-A6A9-496E-9DFD-B2C174975FF6}" dt="2025-10-17T20:23:12.606" v="42"/>
        <pc:sldMkLst>
          <pc:docMk/>
          <pc:sldMk cId="1869244763" sldId="264"/>
        </pc:sldMkLst>
        <pc:spChg chg="del">
          <ac:chgData name="Patty Zhu" userId="b40589b10fda1e9f" providerId="LiveId" clId="{3294AB0D-A6A9-496E-9DFD-B2C174975FF6}" dt="2025-10-17T20:10:49.508" v="35" actId="478"/>
          <ac:spMkLst>
            <pc:docMk/>
            <pc:sldMk cId="1869244763" sldId="264"/>
            <ac:spMk id="2" creationId="{C013E746-FDA5-4CD3-9A80-927785DDCB8D}"/>
          </ac:spMkLst>
        </pc:spChg>
        <pc:spChg chg="del">
          <ac:chgData name="Patty Zhu" userId="b40589b10fda1e9f" providerId="LiveId" clId="{3294AB0D-A6A9-496E-9DFD-B2C174975FF6}" dt="2025-10-17T20:10:51.867" v="36" actId="478"/>
          <ac:spMkLst>
            <pc:docMk/>
            <pc:sldMk cId="1869244763" sldId="264"/>
            <ac:spMk id="3" creationId="{E0D2EC95-135B-A250-8381-67482277EFE7}"/>
          </ac:spMkLst>
        </pc:spChg>
        <pc:picChg chg="add mod">
          <ac:chgData name="Patty Zhu" userId="b40589b10fda1e9f" providerId="LiveId" clId="{3294AB0D-A6A9-496E-9DFD-B2C174975FF6}" dt="2025-10-17T20:21:18.259" v="39" actId="27614"/>
          <ac:picMkLst>
            <pc:docMk/>
            <pc:sldMk cId="1869244763" sldId="264"/>
            <ac:picMk id="9218" creationId="{A7AE143B-55F2-9051-4A36-4E3977BC58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11CB-C75E-E47F-EDEF-9B3958114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1279A-E540-E830-6367-26181F7D6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A1174-88E6-1648-8747-E812B813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2109B-B03F-E3B6-7511-3B609F47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D745-E476-3B45-90CD-7016C44B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97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9526-0565-2872-DE09-8BE7B0C3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D56E5-7CA1-FA96-7F22-F1BFA3C93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14A57-3067-0D53-9DC2-2F01DD4E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3E95-11AF-2265-9890-88BC1654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9F527-6A26-1FBA-3ED3-BDE12A7E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5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0269-AD64-8BDA-796A-A4690B36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782D8-3DBC-D2B4-6B61-F9940E2B4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AFBD4-BBA1-6D7C-0EBF-458DD76F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22D8-EBAC-8EF1-942F-D03A788D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BB4D1-2298-6539-0C0F-122B5E55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0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AEC8-2B0C-92E0-C18C-6B8C5391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5145E-1B44-7DE0-31D6-B9ED0CFA2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F36AA-850C-681C-8A46-630F33A61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24F2-17C6-A088-6D5E-7170A666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3E6D2-CEA1-1D60-8F6E-E55A2369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7E266-D107-49FF-0A03-F045A3A6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4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E47AB-954F-3EB9-4623-A75E6F82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8D4F3-C8CD-01E2-14DA-B9D13B99E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81CB6-4E54-7EAB-CB91-5CC93AFEB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6D90D-0ABD-6272-7B86-8669D0614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76C492-AED4-AE7E-823A-D19E49937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16940-8FB5-EB6D-58D6-BFA9ACEA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50EDF-07B9-CD32-406B-FB7EBDC7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6E965C-CFA1-5B53-8897-5ED691C3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8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82C3-2EB1-1CB3-81A3-F0B07107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03CA0-A6C9-4A2A-D477-70B8877E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BB812-63E8-CE63-EFFE-136F128C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0D84F-8D55-DA88-C070-36727173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9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78AF7-6AF9-A192-A122-B7A2EE36A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A1F94-F584-8D6C-39B4-260BA14E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B94B9-C254-D00D-D02A-187600AE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83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233-C86A-26C4-BA7D-79775093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5C76E-2140-3625-5A3E-C7B855EAE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75180-25E0-F291-D327-5A411677B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FD27A-4D40-30F8-11C9-2A3F3C33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E865B-24FF-5976-97CA-9613B61A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613AD-391F-BB69-283F-F006565C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0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0D17-9735-BFE5-D908-622F2E54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D006E-B7C5-95B3-B073-EFE31ECA8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49309-D9F1-E8C6-A093-3A274760E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F11A2-6F36-2F34-33FB-85A26B38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70A3C-D74C-72D7-D439-A5C9B6CA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CD80E-F1D1-BE00-B935-7C260FF9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4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9C8C0-8322-3372-F344-D87AE81E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336ED-A42A-B2EE-C5E7-6CD2367D9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C055F-EBE9-D687-F4A3-A8A306E4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16F8-E88D-E6A3-CDD8-07BCBF05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A38F3-4229-A351-4295-1B259B31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1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C691E-BCFB-4932-8947-DD371D9AE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AE9BE-17AE-0267-B89C-C5670EBC4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56EE8-321B-5E5C-7D4F-A31C71BF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06BDC-6FF8-D0AF-4429-BA4B4502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B03B1-2D84-F3C4-4E95-D5F08A4C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2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47BD7-71A4-6D09-2F40-A9497F37E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2DDDC-DDF2-8CB1-71D4-E482BA9CB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7F2B1-4937-CAE6-0449-76727BDE5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1BE55-A893-4145-B792-40AC6CFFEFF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7CAEB-DF1B-4ABA-D8D6-FAC602045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EF4BA-0E42-1BC1-6529-C3C39E376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4F095-9B0F-4933-8272-76F9C631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0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 graph of different types of flood&#10;&#10;AI-generated content may be incorrect.">
            <a:extLst>
              <a:ext uri="{FF2B5EF4-FFF2-40B4-BE49-F238E27FC236}">
                <a16:creationId xmlns:a16="http://schemas.microsoft.com/office/drawing/2014/main" id="{A7AE143B-55F2-9051-4A36-4E3977BC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7564" y="643466"/>
            <a:ext cx="6496871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24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E12EAF-A18F-039E-360E-774394E7B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163" y="0"/>
            <a:ext cx="7813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0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8E0D85B-36F0-2201-FB89-3D0ADCDD7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971550"/>
            <a:ext cx="1067752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93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41E38A3-088E-4D85-4901-612F808D1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971550"/>
            <a:ext cx="1067752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991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8FC560B-53DC-07D4-4DCA-AF4F9D1A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971550"/>
            <a:ext cx="1067752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77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6ABE543E-2CBB-90A1-9C44-4B780C3CE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971550"/>
            <a:ext cx="10677525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917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8B4CCE52-5C06-02C4-9063-722A23C00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5" y="0"/>
            <a:ext cx="6089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2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6235133-BF22-59DB-7FAB-80DA54199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5730" y="643466"/>
            <a:ext cx="644053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49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580BE74D-BB11-4C0E-C622-0A5595225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6123" y="643466"/>
            <a:ext cx="5879753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564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2A20488-816F-7E7C-00E9-B651C6E85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5730" y="643466"/>
            <a:ext cx="6440539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32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B659D98-30A1-8676-369B-09F02A59E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56123" y="643466"/>
            <a:ext cx="5879753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932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B2C505-9B5D-F5F3-092F-52182A100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6191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555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721F34F-B64B-01FA-22CC-C01DC26D6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6191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16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6ACACEC-33C2-A626-6800-83A690743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619125"/>
            <a:ext cx="11325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11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14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Zhu, Mengjue</dc:creator>
  <cp:lastModifiedBy>Zhu, Mengjue</cp:lastModifiedBy>
  <cp:revision>2</cp:revision>
  <dcterms:created xsi:type="dcterms:W3CDTF">2025-10-17T19:37:01Z</dcterms:created>
  <dcterms:modified xsi:type="dcterms:W3CDTF">2025-10-21T03:28:38Z</dcterms:modified>
</cp:coreProperties>
</file>